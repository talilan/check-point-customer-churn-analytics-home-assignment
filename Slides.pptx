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371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904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18872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customers leaves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34440"/>
            <a:ext cx="64008" cy="1371600"/>
          </a:xfrm>
          <a:prstGeom prst="rect">
            <a:avLst/>
          </a:prstGeom>
          <a:solidFill>
            <a:srgbClr val="A93226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0440" y="1417320"/>
            <a:ext cx="411480" cy="411480"/>
          </a:xfrm>
          <a:prstGeom prst="ellipse">
            <a:avLst/>
          </a:prstGeom>
          <a:solidFill>
            <a:srgbClr val="A9322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4904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50.1%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0233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Churn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290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 months are a critical retention window; 10–29 months also above average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234440"/>
            <a:ext cx="64008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Shape 16"/>
          <p:cNvSpPr/>
          <p:nvPr/>
        </p:nvSpPr>
        <p:spPr>
          <a:xfrm>
            <a:off x="6355080" y="141732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49047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42.7%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8580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636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(55% of customers) with highest churn — biggest retention opportunity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43200"/>
            <a:ext cx="2560320" cy="214884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291840" y="2743200"/>
            <a:ext cx="53949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2743200"/>
            <a:ext cx="64008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2"/>
          <p:cNvSpPr/>
          <p:nvPr/>
        </p:nvSpPr>
        <p:spPr>
          <a:xfrm>
            <a:off x="3566160" y="2816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566160" y="31546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not random — it is concentrated in specific, identifiable segments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contract type show the strongest association with churn among all tested variables (Chi-square test, p &lt; 0.001)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9 months represent a critical retention window where intervention is most needed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are both the largest segment (55%) and the riskiest — the primary retention opportunity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 |  Tal Ilan  |  Check Point Home Assignment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 &amp; Next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691640"/>
            <a:ext cx="64008" cy="2743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7830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 churn is consistent and significant — 1 in 4 customers leaves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— strongest churn driver: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Month-to-month: 42.7% churn (55% of all customers)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segmentation required to identify which sub-groups are most at risk and most convertible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— critical early window: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new customers leave within 9 months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investigation needed — via data deep-dive or customer surveys — before designing retention programs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Explore Next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691640"/>
            <a:ext cx="64008" cy="2743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1"/>
          <p:cNvSpPr/>
          <p:nvPr/>
        </p:nvSpPr>
        <p:spPr>
          <a:xfrm>
            <a:off x="4983480" y="1783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Cross-segment deep dives: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83480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low tenure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electronic check payment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no online security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8348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83480" y="31546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month-to-month customers to prioritize a contract upgrade program (monthly → annual/biannual)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early churn drivers (first 9 months) via data analysis and/or customer surveys before designing retention offers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additional dimensions (dependents, fiber optic, security services) to build a fuller risk profile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Analytics  |  Tal Ilan  |  Check Point Home Assignment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308</Words>
  <Application>Microsoft Office PowerPoint</Application>
  <PresentationFormat>‫הצגה על המסך (16:9)</PresentationFormat>
  <Paragraphs>39</Paragraphs>
  <Slides>2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Analytics</dc:title>
  <dc:subject>PptxGenJS Presentation</dc:subject>
  <dc:creator>Tal Ilan</dc:creator>
  <cp:lastModifiedBy>טל אילן</cp:lastModifiedBy>
  <cp:revision>1</cp:revision>
  <dcterms:created xsi:type="dcterms:W3CDTF">2026-02-26T11:34:13Z</dcterms:created>
  <dcterms:modified xsi:type="dcterms:W3CDTF">2026-02-26T13:06:34Z</dcterms:modified>
</cp:coreProperties>
</file>